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a9b95d6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ba9b95d6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9b95d69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a9b95d69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9b95d69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a9b95d69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9b95d69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a9b95d69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9b95d69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a9b95d69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a9b95d69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a9b95d69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a9b95d69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a9b95d69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d3d58be3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8d3d58be3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a9b95d69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a9b95d69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d3d58be3_2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d3d58be3_2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800" y="496800"/>
            <a:ext cx="2080525" cy="12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000" y="416999"/>
            <a:ext cx="1435475" cy="14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1345725" y="2036500"/>
            <a:ext cx="72414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DAYALBAGH EDU</a:t>
            </a: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CATIONAL INSTITUTE</a:t>
            </a: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X </a:t>
            </a:r>
            <a:b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VIRTUAL LABS HACKATHON 2026</a:t>
            </a:r>
            <a:endParaRPr b="1" i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179700" y="3423150"/>
            <a:ext cx="8784600" cy="1650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44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371700" y="3601425"/>
            <a:ext cx="20805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 name: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Leader name: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Institute name: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PS </a:t>
            </a: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Title: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86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Problem Statement</a:t>
            </a:r>
            <a:endParaRPr/>
          </a:p>
        </p:txBody>
      </p:sp>
      <p:pic>
        <p:nvPicPr>
          <p:cNvPr id="66" name="Google Shape;66;p15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2965700" y="0"/>
            <a:ext cx="3810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725375" y="1674925"/>
            <a:ext cx="4196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Brief description of the problem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Target users / stakeholders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Why the problem exists today ?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499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What your solution aims to achieve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Key features and functionality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Alignment with Virtual Labs mission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77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</a:t>
            </a:r>
            <a:r>
              <a:rPr lang="en-GB"/>
              <a:t>ur Solution &amp; Innovation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370150" y="-3"/>
            <a:ext cx="440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813300" y="0"/>
            <a:ext cx="3869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3" name="Google Shape;83;p16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78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</a:t>
            </a:r>
            <a:r>
              <a:rPr lang="en-GB"/>
              <a:t> Diagram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813300" y="0"/>
            <a:ext cx="4136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5" name="Google Shape;95;p17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758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Stack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813300" y="0"/>
            <a:ext cx="4253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p18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531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-GB" sz="1600">
                <a:solidFill>
                  <a:srgbClr val="595959"/>
                </a:solidFill>
              </a:rPr>
              <a:t>Does the full journey run end-to-end without breaking?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-GB" sz="1600">
                <a:solidFill>
                  <a:srgbClr val="595959"/>
                </a:solidFill>
              </a:rPr>
              <a:t>Link to your demo video (3 min) showcasing walkthrough of your product &amp; its features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80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Working product &amp; demo</a:t>
            </a:r>
            <a:endParaRPr sz="2500"/>
          </a:p>
        </p:txBody>
      </p:sp>
      <p:sp>
        <p:nvSpPr>
          <p:cNvPr id="114" name="Google Shape;114;p19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813300" y="0"/>
            <a:ext cx="43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0" name="Google Shape;120;p19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788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2500"/>
              <a:t>Process Flow (user journey)</a:t>
            </a:r>
            <a:endParaRPr sz="2500"/>
          </a:p>
        </p:txBody>
      </p:sp>
      <p:sp>
        <p:nvSpPr>
          <p:cNvPr id="126" name="Google Shape;126;p20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11700" y="1485325"/>
            <a:ext cx="85206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are the key steps the user takes from start to finish?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Where do they see value at each step?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0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2813300" y="0"/>
            <a:ext cx="43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20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51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Can a first-time user complete the main task quickly and comfortably?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Is it easy to use on phone and desktop with clear messages?</a:t>
            </a:r>
            <a:endParaRPr sz="1754"/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788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Experience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2813300" y="0"/>
            <a:ext cx="416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6" name="Google Shape;146;p21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175150" y="1531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What are the limitations of your product?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/>
              <a:t>How will you resolve them?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/>
              <a:t>What can you do to make it even better?</a:t>
            </a:r>
            <a:endParaRPr sz="1600"/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175150" y="80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and Future scope 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2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2813300" y="0"/>
            <a:ext cx="42879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9" name="Google Shape;159;p22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779650" y="0"/>
            <a:ext cx="7689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3" title="images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2813300" y="0"/>
            <a:ext cx="4274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7087925" y="1602150"/>
            <a:ext cx="902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1C5880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endParaRPr sz="3900">
              <a:solidFill>
                <a:srgbClr val="1C588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0" name="Google Shape;170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 rotWithShape="1">
          <a:blip r:embed="rId6">
            <a:alphaModFix/>
          </a:blip>
          <a:srcRect b="-80799" l="6660" r="-6660" t="0"/>
          <a:stretch/>
        </p:blipFill>
        <p:spPr>
          <a:xfrm>
            <a:off x="8198150" y="445200"/>
            <a:ext cx="1043900" cy="2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600" y="0"/>
            <a:ext cx="549100" cy="4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